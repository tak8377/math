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職場体験学習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938528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マナー・礼儀について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配布資料を確認しよう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社会において必要不可欠な３点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❶ あいさつ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291840" y="1261872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4444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仕事をしていく上で大切なコミュニケーション。「明るく元気よく」を念頭に。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956816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❷ 敬語の使い方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291840" y="2011680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4444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尊敬語・謙譲語…使い方を間違えると相手に失礼になります。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614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F2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❸ 場面別の言葉遣い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291840" y="2761488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4444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電話対応、来客対応…場面に応じた言葉遣いを身につけよう。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3529584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57600"/>
            <a:ext cx="8229600" cy="566928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657600"/>
            <a:ext cx="7900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8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なぜこれらが必要なのでしょう？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マナーは何のためにある？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マナー　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1115568"/>
          </a:xfrm>
          <a:prstGeom prst="rect">
            <a:avLst/>
          </a:prstGeom>
          <a:solidFill>
            <a:srgbClr val="243B2E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98448"/>
            <a:ext cx="8229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相手を安心させるための行動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54203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517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職業体験先の人も、少し不安に思っています。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楽しみにしているだけではありません。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相手を安心させる　5つ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相手を安心させる　5つ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26187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あいさつ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0" y="12618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→ 「来てくれてよかった」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6596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9019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190195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→ 「聞いてくれている」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0604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25420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質問する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0" y="25420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→ 「困ったら相談してくれる」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4612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31821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時間を守る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0" y="31821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→ 「信頼できる」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8620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382219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感謝を伝える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38221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→ 「受け入れてよかった」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ここから実際の場面で考えてみよう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これから実際の場面を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想定して考えてみよう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8229600" cy="1188720"/>
          </a:xfrm>
          <a:prstGeom prst="rect">
            <a:avLst/>
          </a:prstGeom>
          <a:solidFill>
            <a:srgbClr val="243B2E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31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「相手を安心させるには</a:t>
            </a:r>
            <a:endParaRPr lang="en-US" sz="3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どう行動するか？」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実際の状況で考えよう　① 事前訪問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受付に着きました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あなたならどう行動する？何と言う？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83080"/>
            <a:ext cx="7900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8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相手を安心させる言葉・行動になっているか確認しよう。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模範例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87452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07792"/>
            <a:ext cx="79552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「はじめまして。○○中学校２年の〇〇と申します。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　事前訪問でお伺いしました。よろしくお願いします。」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実際の状況で考えよう　① 事前訪問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担当の方が来ました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あなたならどう行動する？何と言う？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83080"/>
            <a:ext cx="7900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8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名前・学校・目的を伝えられているか。相手が安心できる内容か？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模範例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87452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07792"/>
            <a:ext cx="79552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「はじめまして。○○中学校２年の〇〇と申します。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　職場体験の事前訪問でお世話になります。よろしくお願いします。」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（担当者の名前・集合場所・持ち物などを確認する）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実際の状況で考えよう　② 当日・入所時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集合場所に着きました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あなたならどう行動する？何と言う？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83080"/>
            <a:ext cx="7900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8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第一印象は数秒で決まります。何が「安心」につながるだろう？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模範例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87452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07792"/>
            <a:ext cx="79552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「おはようございます。○○中学校２年の〇〇と申します。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　本日はよろしくお願いします。」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（元気よく、ハキハキと！　第一印象が肝心）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実際の状況で考えよう　② 当日・入所時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担当の方が来ました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あなたならどう行動する？何と言う？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83080"/>
            <a:ext cx="7900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8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担当者に会ったとき、何を伝えれば相手が安心するだろう？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模範例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87452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07792"/>
            <a:ext cx="79552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「はじめまして。○○中学校２年の〇〇と申します。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　本日からお世話になります。よろしくお願いします。」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（代表者は欠席者の連絡も合わせて伝える）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実際の状況で考えよう　③ 実習・見学時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指示を受けました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どんな返事をしますか？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83080"/>
            <a:ext cx="7900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8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返事がないと、相手はどんな気持ちになるだろう？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返事の言葉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96012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07792"/>
            <a:ext cx="7955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「お願いします。」　「ありがとうございました。」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「すみませんでした。」　「失礼します。」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9136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4444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礼儀正しく、真摯に誠実に、感謝の気持ちをもって取り組む。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実際の状況で考えよう　③ 実習・見学時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分からないことがありました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どうしますか？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83080"/>
            <a:ext cx="7900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8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聞かないとどうなる？　聞くことは失礼ではないか？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模範例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87452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07792"/>
            <a:ext cx="79552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「すみません。○○についてもう一度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　教えていただけないでしょうか。」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（遠慮なく言いましょう。分からないままでいるより聞いてみよう！）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実際の状況で考えよう　③ 実習・見学時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失敗してしまいました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どうしますか？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83080"/>
            <a:ext cx="7900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8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黙っていたら相手はどう感じる？　正直に伝えるとどうなる？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模範例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87452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07792"/>
            <a:ext cx="79552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「すみません、○○をしてしまいました。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　どうすればよいでしょうか。」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（隠さない・すぐ報告・自分で判断しない　が基本）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実際の状況で考えよう　④ 退所時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帰る時間になりました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最後に何を伝えますか？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8229600" cy="566928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83080"/>
            <a:ext cx="7900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58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感謝は言葉にしないと伝わりません。何を伝えますか？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模範例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87452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07792"/>
            <a:ext cx="79552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「本日は貴重な体験をさせていただき、本当にありがとうございました。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　○○での経験を今後の学校生活で生かしていきたいと思います。」</a:t>
            </a:r>
            <a:endParaRPr lang="en-US" sz="18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（＋α　時間があれば一人一言お礼の言葉を述べられると◎）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実際の状況で考えよう　⑤ 行き帰り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行き帰りのマナー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交通ルール・公共マナー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023360" y="126187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道路に飛び出さない、電車内で騒がない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048256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3055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集合時間を守る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23360" y="213055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体験前日までに、メンバー同士で何時に集合するか確認しておこう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916936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9923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遅刻しそうなとき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023360" y="2999232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すぐに学校へ連絡！　困ったら・困る前に連絡を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9136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44444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職場の中だけが職業体験ではありません。行き帰りも見られています。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職場の人が本当に見ているもの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" cy="34747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29844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あいさつ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47472" cy="34747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7552" y="189280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返事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47472" cy="34747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48716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347472" cy="34747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308152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47472" cy="347472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367588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感謝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最後に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皆さんは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学校の代表です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591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一つひとつの行動に責任を持ち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944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誠実に取り組みましょう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i="1" dirty="0">
                <a:solidFill>
                  <a:srgbClr val="97BC62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各事業所の方々は、忙しい中、本来の業務時間を削って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i="1" dirty="0">
                <a:solidFill>
                  <a:srgbClr val="97BC62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皆さんのために時間を作ってくださっています。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i="1" dirty="0">
                <a:solidFill>
                  <a:srgbClr val="97BC62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感謝の気持ちを忘れずに。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マナー講座</dc:title>
  <dc:subject>PptxGenJS Presentation</dc:subject>
  <dc:creator>PptxGenJS</dc:creator>
  <cp:lastModifiedBy>PptxGenJS</cp:lastModifiedBy>
  <cp:revision>1</cp:revision>
  <dcterms:created xsi:type="dcterms:W3CDTF">2026-06-04T21:20:39Z</dcterms:created>
  <dcterms:modified xsi:type="dcterms:W3CDTF">2026-06-04T21:20:39Z</dcterms:modified>
</cp:coreProperties>
</file>